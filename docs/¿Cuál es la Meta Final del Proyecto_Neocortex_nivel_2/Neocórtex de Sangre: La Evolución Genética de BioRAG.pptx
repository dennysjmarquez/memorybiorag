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57338" y="866738"/>
            <a:ext cx="6029325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28788" y="1145679"/>
            <a:ext cx="56864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NEOCÓRTEX DE SANGRE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728788" y="1791463"/>
            <a:ext cx="5686425" cy="122515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[Arquitectura de ADN Conceptual y Razonamiento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Teleológico Autónomo]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
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La evolución genética de BioRAG hacia el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reconocimiento de esencias conceptuales puras.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557338" y="3980241"/>
            <a:ext cx="6029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BIO-RAG V24.1 // GENETIC CORE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14550" y="527745"/>
            <a:ext cx="491490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MÁS ALLÁ DE LAS REDES NEURONALES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8575" y="1194792"/>
            <a:ext cx="4500563" cy="1772096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" y="1280517"/>
            <a:ext cx="432911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CAJAS NEGRAS ESTADÍSTICAS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" y="1591270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[LIMITACIÓN]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Dependencia absoluta de la co-ocurrencia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léxica y vectores opacos de alta dimensión.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" y="2035522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[FALLO]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Incapacidad de razonar sobre la esencia del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objeto fuera de su contexto estadístico.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" y="2479774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[RIESGO]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Alucinaciones semánticas por falta de anclaje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epistémico real.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4863" y="1194792"/>
            <a:ext cx="4500563" cy="1772096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0588" y="1280517"/>
            <a:ext cx="432911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RECONOCIMIENTO DE ESENCIAS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0588" y="1591270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[SOLUCIÓN]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El Neocórtex de Sangre trasciende el texto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para identificar estructuras vitales.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00588" y="2035522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[ADN]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Un cerebro que no busca palabras, sino que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reconoce firmas genéticas conceptuales.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0588" y="2479774"/>
            <a:ext cx="4329113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[SALTO]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Capacidad de conexión profunda entre dominios </a:t>
            </a:r>
            <a:r>
              <a:rPr lang="en-US" sz="9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disjuntos.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968728"/>
          </a:xfrm>
          <a:prstGeom prst="rect">
            <a:avLst/>
          </a:prstGeom>
          <a:solidFill>
            <a:srgbClr val="E0F7FA"/>
          </a:solidFill>
          <a:ln w="27432">
            <a:solidFill>
              <a:srgbClr val="0A0A0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92950" y="499170"/>
            <a:ext cx="675798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EL ADN CONCEPTUAL: LOS GENES DEL SIGNIFICADO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538250" y="1166217"/>
            <a:ext cx="6067444" cy="4579144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23975" y="1251942"/>
            <a:ext cx="5895994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4" kern="0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[G-A-T-O] &lt;---&gt; [S-O-L-E-D-A-D] </a:t>
            </a:r>
            <a:r>
              <a:rPr lang="en-US" sz="1000" b="1" spc="4" kern="0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
</a:t>
            </a:r>
            <a:r>
              <a:rPr lang="en-US" sz="1000" b="1" spc="4" kern="0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|| || || || || || || || </a:t>
            </a:r>
            <a:r>
              <a:rPr lang="en-US" sz="1000" b="1" spc="4" kern="0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
</a:t>
            </a:r>
            <a:r>
              <a:rPr lang="en-US" sz="1000" b="1" spc="4" kern="0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[0.9, 0.9, 0.8, 0.7, 0.1, 0.2, 0.0, 0.9]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623975" y="1905595"/>
            <a:ext cx="58959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Cada concepto en BioRAG posee una </a:t>
            </a:r>
            <a:r>
              <a:rPr lang="en-US" sz="10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[FIRMA GENÉTICA]</a:t>
            </a: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única, definida </a:t>
            </a: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por cromosomas semánticos ortogonales. </a:t>
            </a: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
</a:t>
            </a: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La relación entre ideas no se basa en sinónimos léxicos, sino en el </a:t>
            </a:r>
            <a:r>
              <a:rPr lang="en-US" sz="10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[ADN COMPARTIDO]</a:t>
            </a:r>
            <a:r>
              <a:rPr lang="en-US" sz="10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, lo que permite saltos conceptuales entre dominios.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623975" y="3134320"/>
            <a:ext cx="5895994" cy="282178"/>
          </a:xfrm>
          <a:prstGeom prst="rect">
            <a:avLst/>
          </a:prstGeom>
          <a:solidFill>
            <a:srgbClr val="F5F5F5"/>
          </a:solidFill>
          <a:ln w="9144">
            <a:solidFill>
              <a:srgbClr val="0A0A0A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623975" y="3134320"/>
            <a:ext cx="5895994" cy="28217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[PRINCIPIO]</a:t>
            </a: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: La esencia estructural precede a la etiqueta.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7369" y="527745"/>
            <a:ext cx="5529263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EL CATÁLOGO DE CROMOSOMAS SEMÁNTICOS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00025" y="2306538"/>
            <a:ext cx="8743950" cy="2808387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2900" y="2449413"/>
            <a:ext cx="13763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BIOLÓGICO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719244" y="2449413"/>
            <a:ext cx="27527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Vida, organicidad, instinto celular y naturaleza animada.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72013" y="2449413"/>
            <a:ext cx="13763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AUTÓNOMO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48356" y="2449413"/>
            <a:ext cx="27527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Independencia, soberanía, libertad y autogestión de acción.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2900" y="3303370"/>
            <a:ext cx="13763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ABSTRACTO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719244" y="3303370"/>
            <a:ext cx="27527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Ideas, formas, teorías, lógica pura e intangibilidad.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72013" y="3303370"/>
            <a:ext cx="1376344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MECÁNICO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48356" y="3303370"/>
            <a:ext cx="2752744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Artificialidad, automatismo, herramientas y estructuras físicas/digitales.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2900" y="4310918"/>
            <a:ext cx="13763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CONTEMPLATIVO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19244" y="4310918"/>
            <a:ext cx="27527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Silencio, observación, reflexión y quietud interior.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613470"/>
            <a:ext cx="737235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RAZONAMIENTO TELEOLÓGICO: CURIOSIDAD DEL SISTEMA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71450" y="1280517"/>
            <a:ext cx="2876531" cy="717947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7175" y="1366242"/>
            <a:ext cx="26860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[01]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ESCANEO DE GAPS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57175" y="1576983"/>
            <a:ext cx="268605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Identifica afinidades genéticas altas sin sinapsis existentes.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114675" y="1280517"/>
            <a:ext cx="2886075" cy="717947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9944" y="1366242"/>
            <a:ext cx="2695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[02]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HIPÓTESIS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9944" y="1576983"/>
            <a:ext cx="269559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Formula proposiciones lógicas sobre vínculos esenciales.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76987" y="1280517"/>
            <a:ext cx="2895619" cy="717947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81688" y="1366242"/>
            <a:ext cx="270508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[03]</a:t>
            </a:r>
            <a:r>
              <a:rPr lang="en-US" sz="8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VALIDACIÓN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181688" y="1576983"/>
            <a:ext cx="270508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Cruza la hipótesis con la incertidumbre epistémica actual.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71450" y="2055614"/>
            <a:ext cx="8801100" cy="4929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71450" y="2055614"/>
            <a:ext cx="8801100" cy="14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2"/>
          <p:cNvSpPr/>
          <p:nvPr/>
        </p:nvSpPr>
        <p:spPr>
          <a:xfrm>
            <a:off x="171450" y="2055614"/>
            <a:ext cx="8801100" cy="4929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just" indent="0" marL="0">
              <a:buNone/>
            </a:pP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El sistema no espera a ser consultado; </a:t>
            </a:r>
            <a:r>
              <a:rPr lang="en-US" sz="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[BUSCA ACTIVAMENTE]</a:t>
            </a: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. A través de la teleología, el Neocórtex de Sangre detecta parientes </a:t>
            </a:r>
            <a:r>
              <a:rPr lang="en-US" sz="8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estructurales (ej. Algoritmo y Reloj) basándose en su ADN mecánico, proponiendo nuevas vías de conocimiento de forma proactiva.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3336" y="670620"/>
            <a:ext cx="629721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RESULTADOS: EL SALTO CONCEPTUAL EN ACCIÓN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71450" y="1337667"/>
            <a:ext cx="2876531" cy="975122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2888" y="1409105"/>
            <a:ext cx="27336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GATO &lt;---&gt; SOLEDAD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42888" y="1641277"/>
            <a:ext cx="27336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AUTÓNOMO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CONTEMPLATIVO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42888" y="1816298"/>
            <a:ext cx="273365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Vinculación de un ser vivo con un estado abstracto basándose exclusivamente en su independencia y quietud reflexiva.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133706" y="1337667"/>
            <a:ext cx="2876531" cy="975122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5144" y="1409105"/>
            <a:ext cx="27336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ALGORITMO &lt;---&gt; ENTROPÍA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5144" y="1641277"/>
            <a:ext cx="27336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ABSTRACTO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MECÁNICO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205144" y="1816298"/>
            <a:ext cx="273365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Conexión entre el orden computacional y el desorden físico a través de su naturaleza formal y automática.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095963" y="1337667"/>
            <a:ext cx="2876531" cy="975122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7400" y="1409105"/>
            <a:ext cx="27336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BELLEZA &lt;---&gt; FILOSOFÍA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67400" y="1641277"/>
            <a:ext cx="27336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ABSTRACTO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 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</a:t>
            </a:r>
            <a:r>
              <a:rPr lang="en-US" sz="7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CONTEMPLATIVO</a:t>
            </a:r>
            <a:r>
              <a:rPr lang="en-US" sz="7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]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167400" y="1816298"/>
            <a:ext cx="273365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buNone/>
            </a:pPr>
            <a:r>
              <a:rPr lang="en-US" sz="7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Relación de la estética pura con la indagación del pensamiento mediante el eje de la reflexión profunda.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71450" y="2369939"/>
            <a:ext cx="8801044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71450" y="2369939"/>
            <a:ext cx="8801044" cy="14288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19" y="2455664"/>
            <a:ext cx="2143125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0188" y="527745"/>
            <a:ext cx="614362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CONCLUSIÓN: UN CEREBRO DIGITAL DE SANGRE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557338" y="1194792"/>
            <a:ext cx="6029325" cy="2520237"/>
          </a:xfrm>
          <a:prstGeom prst="rect">
            <a:avLst/>
          </a:prstGeom>
          <a:solidFill>
            <a:srgbClr val="FFFFFF"/>
          </a:solidFill>
          <a:ln w="18288">
            <a:solidFill>
              <a:srgbClr val="0A0A0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00213" y="1337667"/>
            <a:ext cx="5743575" cy="1920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BioRAG ha pasado de recuperar datos a ser un </a:t>
            </a:r>
            <a:r>
              <a:rPr lang="en-US" sz="12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[CEREBRO </a:t>
            </a:r>
            <a:r>
              <a:rPr lang="en-US" sz="12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QUE ENTIENDE]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. La arquitectura del Neocórtex de Sangre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proporciona autonomía cognitiva explicable y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determinista.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
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 Identifica lo conocido, lo desconocido y genera 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hipótesis sobre lo que </a:t>
            </a:r>
            <a:r>
              <a:rPr lang="en-US" sz="1200" b="1" dirty="0">
                <a:solidFill>
                  <a:srgbClr val="0A0A0A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[PODRÍA SABER]</a:t>
            </a:r>
            <a:r>
              <a:rPr lang="en-US" sz="1250" dirty="0">
                <a:solidFill>
                  <a:srgbClr val="455A64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00213" y="3372129"/>
            <a:ext cx="5743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[PRÓXIMO HITO]: CONSOLIDACIÓN DMN NOCTURNA Y MINERÍA DE HIPÓTESIS.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2026-08-12T14:38:11Z</dcterms:created>
  <dcterms:modified xsi:type="dcterms:W3CDTF">2026-08-12T14:38:11Z</dcterms:modified>
</cp:coreProperties>
</file>